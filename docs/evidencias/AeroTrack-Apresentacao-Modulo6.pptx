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874" y="1965960"/>
            <a:ext cx="3685286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Monitoramento de Qualidade do Ar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Trabalho Final do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Capacitação em IA e Transformação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Você não consegue ver o ar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que respira.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 poluição do ar é um dos maiores riscos ambientais à saúde no mundo.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Os níveis de CO e NO2 podem disparar por horas sem que ninguém perceba,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até que a exposição já tenha acontecido.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A pergunta real não é “o ar está poluído”. É: exatamente QUANDO ele esteve</a:t>
            </a:r>
          </a:p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pior, e quais condições contribuíram para isso?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Sem dados tratados, essa pergunta não tem resposta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Ruído do sensor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Leituras ausentes, um valor sentinela -200 e linhas vazias do export escondem o sinal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Nada indica quais horas, dias ou meses foram realmente críticos.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memória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Sem um banco de dados, toda análise recomeça do zero, sempre.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O AeroTrack foi criado exatamente para preencher essa lacuna.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286000"/>
            <a:ext cx="335026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Do dado bruto do sensor a uma resposta clara e confiável.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Construído de ponta a ponta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e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Origem: estação de monitoramento em uma cidade italiana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Período: março de 2004 a fevereiro de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leituras horárias, 15 variáveis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Em quais períodos ocorreram as piores condições de qualidade do ar, e quais variáveis ambientais estavam associadas a esses períodos?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Arquitetura de ponta a ponta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-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Duas pipelines Apache Hop, orquestradas por um workflow: pl_01_ingestion_treatment 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alimentando um banco PostgreSQL e um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ingestão e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lê o dataset bruto (separador ponto e vírgula, decimal com vírgula)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 as linhas vazias deixadas pelo export do dataset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monta um único texto de data e hora; Null If trata o sentinela -200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renomeia os campos e converte o texto em um tipo Data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e Number Range derivam ano, mês, turno e o nível de CO/NO2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calcula se a leitura é válida; Filter Rows separa leituras válidas das rejeitadas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no PostgreSQL com chave em data_hora, seguro para reexecutar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consolidação e orquestração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agrega as leituras tratadas por dia e por mês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resumo_diario_qualidade_ar e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START  →  Ingestão e tratamento  →  Consolidação de indicadores  →  Processo concluído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O segundo hop só é seguido se a ingestão terminar com sucesso, evitando consolidar indicadores a partir de uma carga incompleta.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QUALIDADE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Tratamentos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Sentinela -200: convertido em nulo antes de qualquer cálculo (Null If)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114 linhas vazias do export: descartadas na ingestão (Filter Rows)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Leituras sem nenhum poluente de referência (CO, NOx e NO2): separadas em leituras_rejeitadas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Classificação analítica de CO e NO2 (BOM, MODERADO, CRÍTICO): calibrada pelos percentis do próprio dataset, sem referência regulatória externa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Correção de limite: a faixa NOITE excluía a hora 23 até ser ampliada para incluí-la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Banco de dados e segurança de reexecução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Dados tratados e detalhados, uma linha por leitura válida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Leituras sem nenhum poluente de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mês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Reexecução sem duplicidade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Chave UNIQUE em data_hora mais Insert/Update: reexecutar o processo atualiza os registros existentes em vez de duplicar. Validado executando o workflow duas vezes seguidas (8131 linhas nas duas execuções).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1188720" cy="1188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10515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Demonstração 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965960"/>
            <a:ext cx="9052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E8A300"/>
                </a:solidFill>
                <a:latin typeface="Arial"/>
              </a:rPr>
              <a:t>Agora, direto no Apache Hop Designer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2880360"/>
          </a:xfrm>
          <a:prstGeom prst="roundRect">
            <a:avLst>
              <a:gd name="adj" fmla="val 10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Abertura do projeto aerotrack no Hop Designer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pl_01_ingestion_treatment: ingestão, tratamento e classificação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pl_02_indicator_consolidation: resumos diário e mensal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Execução de wf_air_quality_orchestration de ponta a ponta, ao vivo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Conferência do resultado direto no 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Indicadores calculados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de leituras tratadas e rejeitadas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Percentual de horas em condição crítica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CO e NO2 médios e máximos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Evolução mensal de CO e de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Distribuição das leituras por nível (bom, moderado, crítico)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Leituras por turno do dia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dos dez piores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Dashboard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0601325"/>
          </a:xfrm>
          <a:prstGeom prst="roundRect">
            <a:avLst>
              <a:gd name="adj" fmla="val 4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Interface do dashboard em inglês, junto com o restante do código do projeto.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RESPONDENDO À PERGUNTA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dos dez piores dias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oundRect">
            <a:avLst>
              <a:gd name="adj" fmla="val 4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Validação dos resultados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LEITURAS TRATADAS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8.131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REGISTROS REJEITADOS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1.226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HORAS CRÍTICAS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13,11%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CO MÉDIO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2,15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NO2 MÉDIO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113,09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DIAS CONSOLIDADOS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Leituras válidas mais rejeitadas batem com o total do dataset após remover as 114 linhas vazias do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export. O ranking dos piores dias mostra NO2 e percentual de horas críticas elevados nas mesmas datas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de maior CO, consistente com o comportamento real dos poluentes.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Toda hora crítica agora tem um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O AeroTrack transforma exports brutos e ruidosos em um banco capaz de responder, com evidência, quando a qualidade do ar foi pior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 classificação de CO/NO2 foi calibrada pela distribuição real do dataset, não por limites arbitrários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Toda tabela é segura para recarregar: Insert/Update garante nenhuma duplicidade, execução após execução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PARA SABER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Relatório de desenvolvimento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report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2908495" cy="4114800"/>
          </a:xfrm>
          <a:prstGeom prst="roundRect">
            <a:avLst>
              <a:gd name="adj" fmla="val 10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pic>
        <p:nvPicPr>
          <p:cNvPr id="8" name="Picture 7" descr="report_sum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35" y="1691640"/>
            <a:ext cx="2908495" cy="4114800"/>
          </a:xfrm>
          <a:prstGeom prst="roundRect">
            <a:avLst>
              <a:gd name="adj" fmla="val 10000"/>
            </a:avLst>
          </a:prstGeom>
          <a:effectLst>
            <a:outerShdw blurRad="90000" dist="22000" dir="5400000" rotWithShape="0">
              <a:srgbClr val="0B1F33">
                <a:alpha val="5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02920" y="5879592"/>
            <a:ext cx="29084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735" y="5879592"/>
            <a:ext cx="29084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Sumário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103120"/>
            <a:ext cx="4572000" cy="384048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233172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AF7A"/>
                </a:solidFill>
                <a:latin typeface="Arial"/>
              </a:rPr>
              <a:t>23 PÁGINAS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743200"/>
            <a:ext cx="4023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Arquitetura, pipelines e workflow em detalhe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Tratamento de dados e ajustes técnicos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Contrato do banco de dados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Indicadores, dashboard e validação dos resultados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Manual de replicação passo a passo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562356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docs/evidencias/relatorio-desenvolvimento-aerotrack.pdf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Equipe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